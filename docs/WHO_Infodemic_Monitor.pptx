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83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WHO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0" y="2743200"/>
            <a:ext cx="1828800" cy="18288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0EA5E9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Infodemic Monitor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 misinformation detection for short-form video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TikTok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47472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82880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Reels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34747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Shorts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UIUC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3.96B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social media users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exposed to health content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4612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22860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of health misinformation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spread via short-form video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1371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26480" y="22860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review is slow, costly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and doesn't scale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C1A2E"/>
                </a:solidFill>
              </a:rPr>
              <a:t>WHO needs a scalable, evidence-grounded tool to detect health misinformation in real time.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3C5FD"/>
                </a:solidFill>
              </a:rPr>
              <a:t>A cloud-deployed multimodal analysis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1005840" cy="100584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6420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 Video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160" y="2944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</a:rPr>
              <a:t>TikTok · Reels · Shorts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07592" y="1965960"/>
            <a:ext cx="667512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011680" y="1463040"/>
            <a:ext cx="1005840" cy="100584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0280" y="1664208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7452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Transcribe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874520" y="2944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</a:rPr>
              <a:t>faster-whisper / OpenAI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044952" y="1965960"/>
            <a:ext cx="667512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749040" y="1463040"/>
            <a:ext cx="1005840" cy="100584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166420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1188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Classify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611880" y="2944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</a:rPr>
              <a:t>Anthropic Claude/</a:t>
            </a:r>
            <a:br>
              <a:rPr lang="en-US" sz="900" dirty="0">
                <a:solidFill>
                  <a:srgbClr val="93C5FD"/>
                </a:solidFill>
              </a:rPr>
            </a:br>
            <a:r>
              <a:rPr lang="en-US" sz="900" dirty="0">
                <a:solidFill>
                  <a:srgbClr val="93C5FD"/>
                </a:solidFill>
              </a:rPr>
              <a:t>Open AI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82312" y="1965960"/>
            <a:ext cx="667512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486400" y="1463040"/>
            <a:ext cx="1005840" cy="100584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1664208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924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PubMed Ground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349240" y="2944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</a:rPr>
              <a:t>Peer-reviewed evidence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6519672" y="1965960"/>
            <a:ext cx="667512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7223760" y="1463040"/>
            <a:ext cx="1005840" cy="1005840"/>
          </a:xfrm>
          <a:prstGeom prst="ellipse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1664208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86600" y="2606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Verdict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086600" y="2944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</a:rPr>
              <a:t>Label + Explanation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5720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</a:rPr>
              <a:t>Classification Labels: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57200" y="41605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/>
          <p:nvPr/>
        </p:nvSpPr>
        <p:spPr>
          <a:xfrm>
            <a:off x="457200" y="4160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MISINFO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2606040" y="41605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2606040" y="4160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NO_MISINFO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754880" y="41605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EA5E9">
              <a:alpha val="2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7"/>
          <p:cNvSpPr/>
          <p:nvPr/>
        </p:nvSpPr>
        <p:spPr>
          <a:xfrm>
            <a:off x="4754880" y="4160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DEBUNKING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903720" y="41605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64748B">
              <a:alpha val="2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6903720" y="4160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CANNOT_RECOGNIZE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" cy="1691640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972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9659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Next.js 14 · TypeScript · Tailwind 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Auth-protected · Global CDN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11480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80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48640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FastAPI + Celery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92040" y="19659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REST API · Job queue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Async task workers · Health checks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11480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365760" y="3017520"/>
            <a:ext cx="64008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0972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Database + Storage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02920" y="3886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PostgreSQL · Video file storage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Supabase Auth · JWT sessions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754880" y="3017520"/>
            <a:ext cx="4114800" cy="169164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754880" y="301752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54864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Redis Broker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892040" y="3886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Celery message queue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Serverless · TLS encrypted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Authentication  ·  Video Upload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ss_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36576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777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🔐  Secure Login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ss_uploa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280160"/>
            <a:ext cx="3840480" cy="3474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47777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</a:rPr>
              <a:t>📤  Video Upload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Misinformation Detection  ·  Debunking  ·  PubMed Citations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ss_misinf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3192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76191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🚨  MISINFO — 85% confidence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41148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ss_debunk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0" y="1234440"/>
            <a:ext cx="3931920" cy="3520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47777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✅  DEBUNKING — 92% confidence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Grounding  ·  Job History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PubMed citations for MISINFO/DEBUNKING  ·  Full audit trail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ss_pubm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234440"/>
            <a:ext cx="3931920" cy="3520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47777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📚  Linked peer-reviewed papers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4114800" cy="37033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754880" y="4794621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📋  Job history dashboard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C74333-DF7A-80B6-258F-07926202A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27588"/>
            <a:ext cx="4075403" cy="30630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4 videos tested across all classification categories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MISINFO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14630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</a:rPr>
              <a:t>85%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1353312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A2E"/>
                </a:solidFill>
              </a:rPr>
              <a:t>Weight loss claims (15 lbs / 20 days)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6824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"You pee out the fat" — metabolically misleading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84124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176272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8640" y="235915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3591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NO MISINFO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23591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85%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249424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A2E"/>
                </a:solidFill>
              </a:rPr>
              <a:t>Physics demonstration (ice melting)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25786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Correctly explains thermal conductivity — no health claims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84124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6400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255264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255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</a:rPr>
              <a:t>DEBUNKING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57400" y="325526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</a:rPr>
              <a:t>92%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314553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A2E"/>
                </a:solidFill>
              </a:rPr>
              <a:t>Giants myth debunked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3474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Correctly refutes Carboniferous oxygen = human giants claim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68496"/>
            <a:ext cx="8412480" cy="777240"/>
          </a:xfrm>
          <a:prstGeom prst="rect">
            <a:avLst/>
          </a:prstGeom>
          <a:solidFill>
            <a:srgbClr val="F1F5F9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968496"/>
            <a:ext cx="64008" cy="7772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48640" y="415137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41513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NO MISINFO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415137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</a:rPr>
              <a:t>95%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40416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A2E"/>
                </a:solidFill>
              </a:rPr>
              <a:t>Electrolytes hydration tip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834640" y="43708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Broadly consistent with nutrition science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Avg. latency: ~6 seconds  ·  Provider: Anthropic claude-opus-4-6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Current Status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2704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A2E"/>
                </a:solidFill>
              </a:rPr>
              <a:t>Frontend live on Vercel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A2E"/>
                </a:solidFill>
              </a:rPr>
              <a:t>API deployed on Railway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3288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A2E"/>
                </a:solidFill>
              </a:rPr>
              <a:t>Supabase DB + Storage connected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035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A2E"/>
                </a:solidFill>
              </a:rPr>
              <a:t>Upstash Redis broker configured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47472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A2E"/>
                </a:solidFill>
              </a:rPr>
              <a:t>End-to-end pipeline validated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1A2E"/>
                </a:solidFill>
              </a:rPr>
              <a:t>Celery worker — moving to full cloud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969264"/>
            <a:ext cx="4114800" cy="3419856"/>
          </a:xfrm>
          <a:prstGeom prst="rect">
            <a:avLst/>
          </a:prstGeom>
          <a:solidFill>
            <a:srgbClr val="0C1A2E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1024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</a:rPr>
              <a:t>What's Next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73168" y="1508760"/>
            <a:ext cx="3886200" cy="62179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73168" y="1508760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92040" y="1545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Cloud 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1828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</a:rPr>
              <a:t>Railway Hobby + Supabase Pro for 24/7 availability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73168" y="2203704"/>
            <a:ext cx="3886200" cy="62179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773168" y="2203704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92040" y="2240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URL Ingestion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523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</a:rPr>
              <a:t>Paste a TikTok / Reels link directly — no download needed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2898648"/>
            <a:ext cx="3886200" cy="62179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73168" y="2898648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92040" y="29352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Stronger Evidence Search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2186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</a:rPr>
              <a:t>MeSH terms + full-text retrieval via PubMed API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73168" y="3593592"/>
            <a:ext cx="3886200" cy="621792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EA5E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73168" y="3593592"/>
            <a:ext cx="54864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892040" y="36301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Confidence Calibration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913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</a:rPr>
              <a:t>Ensemble scoring + eval harness for accuracy benchmarks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657600" cy="36576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886200" y="822960"/>
            <a:ext cx="1371600" cy="13716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86200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WHO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Infodemic Monitor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</a:rPr>
              <a:t>Built for WHO representatives and public health researchers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A5E9"/>
                </a:solidFill>
              </a:rPr>
              <a:t>infodemic-monitor.vercel.app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UIUC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421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Infodemic Monitor</dc:title>
  <dc:subject>PptxGenJS Presentation</dc:subject>
  <dc:creator>PptxGenJS</dc:creator>
  <cp:lastModifiedBy>Pranav CR</cp:lastModifiedBy>
  <cp:revision>6</cp:revision>
  <dcterms:created xsi:type="dcterms:W3CDTF">2026-04-30T01:16:13Z</dcterms:created>
  <dcterms:modified xsi:type="dcterms:W3CDTF">2026-04-30T01:52:26Z</dcterms:modified>
</cp:coreProperties>
</file>